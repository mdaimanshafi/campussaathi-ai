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CampusSaathi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Every Campus Problem. One Intelligent Solution.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Kalinga University Smart Campus Platform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Built at MLH Hack Day, IIT Bhilai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Model: gemma-4-26b-a4b-it  (Gemma 4 via Gemini API)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Stack: Python · FastAPI · React · Three.js · Gradio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035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Student Challenges at Kalinga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Problems students face every day: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No unified channel to report campus issues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 (canteen, hostel, washrooms, labs, transport)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No way to track whether a complaint was acted on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Campus facility information scattered across websites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University notices are dense — key dates get missed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No interactive campus map for new students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Manual processes are slow, opaque, and frustrating.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Source: direct student feedback (demo scope).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035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CampusSaathi AI — 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One platform. Six AI-powered tools.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🤖  AI Campus Assistant   — Gemma 4 chat, multi-turn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📝  Report a Problem      — AI-analyzed complaints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🔍  Track Complaint       — real-time status by ID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📋  Smart Notices         — AI extracts dates &amp; actions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📊  Live Dashboard        — charts from real data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🗺️  3D Campus Explorer    — React Three Fiber + WebGL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🎙️  Voice Assistant       — speech → Gemma 4 → TTS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Disclaimer: MVP — not officially integrated with the university.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035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Real Gemma 4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Model: gemma-4-26b-a4b-it  via Google AI Studio (free tier)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gemma_client.py — the shared AI client: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client = genai.Client(api_key=key)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response = client.models.generate_content(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   model='gemma-4-26b-a4b-it', contents=prompt)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Safety features built in: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Rate-limit spacing + automatic retries (429/500/503)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On-disk response cache — no duplicate API calls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API key never logged, printed, or committed to git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Friendly error messages for missing/invalid keys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Verified live: DIAGNOSTIC_PASS (test_gemma_diagnostic.py)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035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Three Gemma 4 AI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1. Campus Assistant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Multi-turn chat with system prompt constraining Gemma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to campus topics. Admits uncertainty. Never invents facts.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2. Complaint Analyzer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Free-text complaint → structured JSON: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category · summary · priority · next_action · missing_info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Priority: Low / Medium / High / Critical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3. Smart Notice Summarizer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Paste text or upload image → Gemma extracts: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summary · dates · action_items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Never invents dates not present in the source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035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Gemma Voice — Your Campus Companion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"Talk naturally. Get campus help instantly."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Flow (transparent, no hidden recording):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1. User taps mic  →  browser speech recognition starts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2. Transcript shown for review before sending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3. User confirms  →  text sent to FastAPI backend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4. Backend calls Gemma 4  →  response returned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5. Browser Text-to-Speech reads the response aloud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Key facts: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No audio is sent to any server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Gemma generates text; the browser speaks it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Supports English (India), Hindi, English (US)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Text input fallback always available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Requires Chrome or Edge (Web Speech 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035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AI-Powered Complaint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Step 1  Student selects category + describes the problem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Step 2  Gemma 4 analyzes: category · summary · priority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Step 3  Unique ID issued: CS-A1B2C3D4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Step 4  Record saved to JSON (MVP) / PostgreSQL (prod)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Step 5  Student tracks status anytime with their ID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Step 6  Admin updates: Submitted → In Progress → Resolved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Dashboard shows real counts from persisted records.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All metrics are live — no hardcoded numbers.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Important: complaints are stored locally (MVP).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They are not forwarded to university staff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035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Interactive 3D Campus Explorer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Built with React Three Fiber + Three.js + Drei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Features: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Mouse/touch orbit, zoom, pan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Animated floating hotspot markers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Click marker → info panel with building details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Camera reset button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WebGL fallback → official 360° tour link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Lazy-loaded (does not block page render)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Hotspots: Main Academic Block · Library · Hostel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       Canteen · Labs · Sports Complex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Disclaimer: illustrative model — not verified campus geometry.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Official tour: virtualtour.kalingauniversity.ac.in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035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Application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Browser (React + Vite :5173)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└─ /api proxy ──► FastAPI (uvicorn :8000)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                    ├─ POST /api/chat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                    ├─ POST /api/complaints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                    ├─ POST /api/notices/summarize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                    └─ GET  /api/dashboard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                         │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                  gemma_client.py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                         │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                Gemini API (Google)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                 gemma-4-26b-a4b-it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Gradio fallback: campus_saathi/app.py (:7860)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Persistence: data/complaints.json (git-ignored)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035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Tested Features — Verified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All tests run against real code. No mocked AI responses.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test_gemma_diagnostic.py   PASS — live Gemma 4 confirmed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test_chat_fix.py           PASS — real multi-turn chat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test_chat_regression.py    PASS — Gradio format regression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_test_data.py              PASS — persistence layer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_test_imports.py           PASS — all imports clean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_test_backend.py           PASS — all API endpoints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npm run build              PASS — TypeScript clean build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check_submission.py        PASS — license, model, key safety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Bug fixed: backend chat endpoint read history[-1][1]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(tuple format) instead of history[-1]['content'] (dict).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035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Privacy and Responsible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Data handling: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API key: environment variable only, never in git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Complaints: local JSON, git-ignored, no PII required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Voice: no audio sent to server — text only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No user accounts, no tracking, no analytics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Responsible AI: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AI responses labelled as suggestions, not decisions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Gemma told to admit uncertainty, not invent facts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Notice summarizer told never to invent dates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3D model labelled as illustrative, not verified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No official university endorsement claimed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Admin key: 'demo-admin' (change via ADMIN_KEY in .env)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035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Honest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What this MVP does NOT do: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Complaints are NOT sent to university staff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AI answers are NOT from live university systems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3D model is NOT verified campus geometry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Voice requires Chrome/Edge (not Firefox/Safari)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No user authentication or role management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No push notifications for status updates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Free API tier has rate limits (429 errors possible)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Image OCR quality depends on image clarity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These are known gaps, not hidden failures.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Each limitation is documented in README.md.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035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Near term (next sprint):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PostgreSQL backend + proper migrations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University API integration (official data feed)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Push notifications for complaint status updates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Role-based access (student / admin / staff)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Medium term: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Mobile app (React Native)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Multi-language support (Hindi, Odia)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Study Hub: AI-powered notes, quizzes, study plans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Lab resource discovery and booking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Long term: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Robotics / IoT project roadmap assistant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Student startup and incubation support</a:t>
            </a:r>
          </a:p>
          <a:p>
            <a:pPr>
              <a:spcAft>
                <a:spcPts val="100"/>
              </a:spcAft>
              <a:defRPr sz="1500">
                <a:solidFill>
                  <a:srgbClr val="94A3B8"/>
                </a:solidFill>
              </a:defRPr>
            </a:pPr>
            <a:r>
              <a:t>  • Open-source release for other universities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035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4FF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8412480" cy="2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8412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CampusSaathi AI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Every Campus Problem. One Intelligent Solution.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Built at MLH Hack Day, IIT Bhilai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Powered by Gemma 4 (gemma-4-26b-a4b-it)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Python · FastAPI · React · Three.js · Gradio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github.com/RudraDudhat2509/gemma4-starter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kalingauniversity.ac.in</a:t>
            </a:r>
          </a:p>
          <a:p>
            <a:pPr>
              <a:spcAft>
                <a:spcPts val="100"/>
              </a:spcAft>
              <a:defRPr sz="1600">
                <a:solidFill>
                  <a:srgbClr val="94A3B8"/>
                </a:solidFill>
              </a:defRPr>
            </a:pP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</a:defRPr>
            </a:pPr>
            <a:r>
              <a:t>MIT License —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035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